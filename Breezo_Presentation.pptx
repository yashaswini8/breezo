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73736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2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Breezo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Breathe easy. Know your 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24528"/>
            <a:ext cx="292608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4398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Track: Clean Air &amp; Climate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3036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523036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523036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20240" y="5230368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595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AQI bands used across the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The air is unsafe long before anyone notices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011680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Air pollution and heat waves quietly harm millions every year.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0654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87676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Most people cannot tell when the air is unsafe for them.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8254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963672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Forecasts are missing, regional, or buried in jargon.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5854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439668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Advice is generic, and ignores who is most at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11680"/>
            <a:ext cx="3776472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DC2626"/>
                </a:solidFill>
                <a:latin typeface="Inter"/>
                <a:ea typeface="Calibri"/>
                <a:cs typeface="Calibri"/>
              </a:rPr>
              <a:t>2 of 3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people breathe air that exceeds WHO safe limits.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Indoor and outdoor workers get the least warning.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One dashboard, three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965960"/>
            <a:ext cx="97475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Live AQI for your city, right now.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52272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03856"/>
            <a:ext cx="97475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 72-hour forecast, not a yearly average.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6062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841752"/>
            <a:ext cx="97475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Advice tuned to who you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3392424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Live AQI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Colour-coded air quality with PM2.5, PM10, NO2 and O3.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20440"/>
            <a:ext cx="3392424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8264" y="3520440"/>
            <a:ext cx="3392424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72-hour forecast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See the clean hours and the polluted ones ahead.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520440"/>
            <a:ext cx="3392424" cy="381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73568" y="3520440"/>
            <a:ext cx="3392424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Personalised advice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Four rules-based tips for your profile.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520440"/>
            <a:ext cx="3392424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What the prototype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7627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057400"/>
            <a:ext cx="6455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Live AQI plus PM2.5, PM10, NO2 and O3 readings.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0306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584196"/>
            <a:ext cx="6455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72-hour forecast marking the best and worst hours to go out.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2986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10992"/>
            <a:ext cx="6455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Personalised tips for child, elderly, asthma, athlete and general profiles.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5666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37788"/>
            <a:ext cx="6455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Climate risk score and a red health alert above AQI 150.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24028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24028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224028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224028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5694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AQI bands used across the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017520"/>
            <a:ext cx="3685032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No API keys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Free Open-Meteo data only. No backend, no paid service, no AI calls in the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Four steps, fully client-side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1783" y="2377440"/>
            <a:ext cx="2240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86384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City search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Type a city, pick from suggestions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1783" y="2377440"/>
            <a:ext cx="224028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2951" y="2633472"/>
            <a:ext cx="384048" cy="38404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Calibri"/>
                <a:cs typeface="Calibri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25215" y="3163824"/>
            <a:ext cx="256032" cy="201168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4399" y="2377440"/>
            <a:ext cx="2240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86384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Live data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Air quality and weather for that 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4399" y="2377440"/>
            <a:ext cx="2240280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55567" y="2633472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Calibri"/>
                <a:cs typeface="Calibri"/>
              </a:rP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7831" y="3163824"/>
            <a:ext cx="256032" cy="201168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7015" y="2377440"/>
            <a:ext cx="2240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86384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Rule-based analysis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AQI band, risk score, profile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7015" y="2377440"/>
            <a:ext cx="2240280" cy="381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8183" y="2633472"/>
            <a:ext cx="384048" cy="384048"/>
          </a:xfrm>
          <a:prstGeom prst="ellipse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Calibri"/>
                <a:cs typeface="Calibri"/>
              </a:rP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10447" y="3163824"/>
            <a:ext cx="256032" cy="201168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9631" y="2377440"/>
            <a:ext cx="2240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86384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Output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Forecast chart, tips and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9631" y="2377440"/>
            <a:ext cx="224028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0799" y="2633472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Every tip is a plain rule in code — no model, no key, no data leaves the browser.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See it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1640" y="1965960"/>
            <a:ext cx="8778240" cy="3291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Insert app screenshot here</a:t>
            </a:r>
          </a:p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dashboard — white theme, navbar city search, AQI card, pollutant cards, 72-hour chart and the tips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Live dashboard for Chennai, Delhi and Bengaluru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Who it helps, and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011680"/>
            <a:ext cx="6364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Children, the elderly and people with asthma can act early.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5734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538476"/>
            <a:ext cx="6364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Families avoid the worst outdoor hours instead of guessing.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8414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065272"/>
            <a:ext cx="6364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Communities become more resilient to pollution and heat stress.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1094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592068"/>
            <a:ext cx="6364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Open data means any city, any school, any volunteer group can use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011680"/>
            <a:ext cx="3685032" cy="2377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Equity first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A red banner appears above AQI 150 so the warning cannot be missed, and the same rules speak to every profile in plain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57200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457200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457200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457200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475488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41148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TECH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Built to be extended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BUILT WITH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772668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41932" y="2240280"/>
            <a:ext cx="1444752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2988" y="2240280"/>
            <a:ext cx="1060704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Recharts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9996" y="2240280"/>
            <a:ext cx="2212848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Open-Meteo open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5643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337560"/>
            <a:ext cx="6638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Mobile push alerts when AQI crosses a threshold.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3242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813556"/>
            <a:ext cx="6638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Local language support for regional readability.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40842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289552"/>
            <a:ext cx="6638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Integration with low-cost local sensor networks.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8442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765548"/>
            <a:ext cx="6638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569"/>
                </a:solidFill>
                <a:latin typeface="Inter"/>
                <a:ea typeface="Calibri"/>
                <a:cs typeface="Calibri"/>
              </a:rPr>
              <a:t>School and city-level dashboards.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291840"/>
            <a:ext cx="3502152" cy="2011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F172A"/>
                </a:solidFill>
                <a:latin typeface="Inter"/>
                <a:ea typeface="Calibri"/>
                <a:cs typeface="Calibr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E3A8A"/>
                </a:solidFill>
                <a:latin typeface="Inter"/>
                <a:ea typeface="Calibri"/>
                <a:cs typeface="Calibri"/>
              </a:rPr>
              <a:t>Breathe easy. Know your air.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Questions welcome.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Breezo  ·  Breathe easy. Know your air.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Inter"/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